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0A2C33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12A59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LOCAL SMALL BUSINESS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found. Get booked.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paid.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32461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all-in-one platform helping local small businesses build an online presence, win work, and grow — all in one place.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mlsb.uk</a:t>
            </a:r>
            <a:pPr indent="0" marL="0">
              <a:buNone/>
            </a:pPr>
            <a:r>
              <a:rPr lang="en-US" sz="1300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|     Canva Small Business Pitch Challenge '26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businesses are stitched together from too many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30552"/>
            <a:ext cx="658368" cy="658368"/>
          </a:xfrm>
          <a:prstGeom prst="ellipse">
            <a:avLst/>
          </a:prstGeom>
          <a:solidFill>
            <a:srgbClr val="E7F1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48" y="228856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2608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tools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337560"/>
            <a:ext cx="1563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 here, a booking app there, invoicing somewhere else — nothing talks to each other.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18745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0" y="2130552"/>
            <a:ext cx="658368" cy="658368"/>
          </a:xfrm>
          <a:prstGeom prst="ellipse">
            <a:avLst/>
          </a:prstGeom>
          <a:solidFill>
            <a:srgbClr val="E7F1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088" y="228856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292608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stack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898648" y="3337560"/>
            <a:ext cx="1563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subscriptions add up fast, squeezing already-thin margins for small operators.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18745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74920" y="2130552"/>
            <a:ext cx="658368" cy="658368"/>
          </a:xfrm>
          <a:prstGeom prst="ellipse">
            <a:avLst/>
          </a:prstGeom>
          <a:solidFill>
            <a:srgbClr val="E7F1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28" y="228856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7488" y="292608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be found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47488" y="3337560"/>
            <a:ext cx="1563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local businesses stay invisible online, losing customers to bigger, louder brands.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95160" y="18745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0" y="2130552"/>
            <a:ext cx="658368" cy="658368"/>
          </a:xfrm>
          <a:prstGeom prst="ellipse">
            <a:avLst/>
          </a:prstGeom>
          <a:solidFill>
            <a:srgbClr val="E7F1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768" y="228856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6328" y="292608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to run 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96328" y="3337560"/>
            <a:ext cx="15636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are the marketer, admin and accountant — with no hours left to do all three well.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home for a local business — </a:t>
            </a:r>
            <a:pPr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Local Small Business brings presence, bookings, payments and customers together in a single, simple platform — built for the way local businesses actually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BFB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734056"/>
            <a:ext cx="603504" cy="603504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19" y="289096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4261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 that gets you found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99008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local listing so customers can discover and trust you.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25146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BFB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56048" y="2734056"/>
            <a:ext cx="603504" cy="603504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959" y="2890967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64261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Bookings, built 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299008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customers book your time and services without the back-and-forth.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BFB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4014216"/>
            <a:ext cx="603504" cy="603504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19" y="4171127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2277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 easily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2702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e-invoices and take payment for products and services.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7947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BFB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56048" y="4014216"/>
            <a:ext cx="603504" cy="603504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959" y="4171127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92277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new work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427024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matched to local people looking for exactly what you offer.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huge, underserved market on every high street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A2C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small businesses (0–49 staff)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A2C33"/>
          </a:solidFill>
          <a:ln/>
        </p:spPr>
      </p:sp>
      <p:sp>
        <p:nvSpPr>
          <p:cNvPr id="8" name="Text 6"/>
          <p:cNvSpPr/>
          <p:nvPr/>
        </p:nvSpPr>
        <p:spPr>
          <a:xfrm>
            <a:off x="3547872" y="21488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85032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UK businesses are small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A2C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21488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547104" y="306324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employed by UK SMEs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every one of them needs to be found, booked and paid — yet most still lack a single, affordable tool built for them. That gap is our opportunity.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two-sided local marketplace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603504" cy="603504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15030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482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local businesses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8892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27340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profile and get discovered locally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954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bookings and send e-invoices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3016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575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customers with built-in newsletters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5079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15568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and quote on new job requests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663440" y="173736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0E3A43"/>
          </a:solidFill>
          <a:ln/>
          <a:effectLst>
            <a:outerShdw sx="100000" sy="100000" kx="0" ky="0" algn="bl" rotWithShape="0" blurRad="88900" dist="38100" dir="5400000">
              <a:srgbClr val="0A2C33">
                <a:alpha val="16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892040" y="1993392"/>
            <a:ext cx="603504" cy="603504"/>
          </a:xfrm>
          <a:prstGeom prst="ellipse">
            <a:avLst/>
          </a:prstGeom>
          <a:solidFill>
            <a:srgbClr val="F2694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951" y="2150303"/>
            <a:ext cx="289682" cy="28968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23560" y="20482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local people</a:t>
            </a:r>
            <a:endParaRPr lang="en-US" sz="16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78892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30368" y="27340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trusted local businesses fast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209544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30368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services and buy with confidence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630168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30368" y="35753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an event or project you need help with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4050792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30368" y="3995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quotes and pick who to hire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 from directory to local economy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E7F1F0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11680"/>
            <a:ext cx="548640" cy="5486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20848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974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10896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tier: local profiles and core features so businesses get found online.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23367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9748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98648" y="2011680"/>
            <a:ext cx="548640" cy="54864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3" name="Text 10"/>
          <p:cNvSpPr/>
          <p:nvPr/>
        </p:nvSpPr>
        <p:spPr>
          <a:xfrm>
            <a:off x="289864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0848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8648" y="26974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tier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98648" y="310896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trial + subscription: bookings, newsletters and extended tools.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898648" y="423367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4632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47488" y="2011680"/>
            <a:ext cx="548640" cy="548640"/>
          </a:xfrm>
          <a:prstGeom prst="ellipse">
            <a:avLst/>
          </a:prstGeom>
          <a:solidFill>
            <a:srgbClr val="F2694C"/>
          </a:solidFill>
          <a:ln/>
        </p:spPr>
      </p:sp>
      <p:sp>
        <p:nvSpPr>
          <p:cNvPr id="20" name="Text 16"/>
          <p:cNvSpPr/>
          <p:nvPr/>
        </p:nvSpPr>
        <p:spPr>
          <a:xfrm>
            <a:off x="504748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08483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47488" y="26974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047488" y="310896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products and bill services via e-invoices — we take a small cut.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47488" y="423367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95160" y="178308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196328" y="2011680"/>
            <a:ext cx="548640" cy="548640"/>
          </a:xfrm>
          <a:prstGeom prst="ellipse">
            <a:avLst/>
          </a:prstGeom>
          <a:solidFill>
            <a:srgbClr val="F2694C"/>
          </a:solidFill>
          <a:ln/>
        </p:spPr>
      </p:sp>
      <p:sp>
        <p:nvSpPr>
          <p:cNvPr id="27" name="Text 22"/>
          <p:cNvSpPr/>
          <p:nvPr/>
        </p:nvSpPr>
        <p:spPr>
          <a:xfrm>
            <a:off x="7196328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208483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96328" y="26974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196328" y="310896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posts events; matched businesses send quotes and timescales.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196328" y="4233672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revenue streams that grow with our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685800" cy="68580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21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tier to grow the base, plus a paid membership (with a 30-day trial) unlocking bookings, newsletters and premium features.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2011680"/>
            <a:ext cx="685800" cy="685800"/>
          </a:xfrm>
          <a:prstGeom prst="ellipse">
            <a:avLst/>
          </a:prstGeom>
          <a:solidFill>
            <a:srgbClr val="F2694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362" y="21831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2121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fees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0" y="27889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members sell products or bill services through the platform, we take a small cut of each payment.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7955280" cy="868680"/>
          </a:xfrm>
          <a:prstGeom prst="roundRect">
            <a:avLst>
              <a:gd name="adj" fmla="val 10526"/>
            </a:avLst>
          </a:prstGeom>
          <a:solidFill>
            <a:srgbClr val="0E3A4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8404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incentives: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grow when our members do. More bookings and sales mean more value — and more revenue for the platform.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timing has never been better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955280" cy="896112"/>
          </a:xfrm>
          <a:prstGeom prst="roundRect">
            <a:avLst>
              <a:gd name="adj" fmla="val 9184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56816"/>
            <a:ext cx="548640" cy="54864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104949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search local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240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increasingly discover and book neighbourhood businesses on their phones.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7955280" cy="896112"/>
          </a:xfrm>
          <a:prstGeom prst="roundRect">
            <a:avLst>
              <a:gd name="adj" fmla="val 9184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962656"/>
            <a:ext cx="548640" cy="54864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311078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8986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tools, big expectations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54480" y="3246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now expect one simple app to run everything — not five disconnected ones.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7955280" cy="896112"/>
          </a:xfrm>
          <a:prstGeom prst="roundRect">
            <a:avLst>
              <a:gd name="adj" fmla="val 9184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968496"/>
            <a:ext cx="548640" cy="548640"/>
          </a:xfrm>
          <a:prstGeom prst="ellipse">
            <a:avLst/>
          </a:prstGeom>
          <a:solidFill>
            <a:srgbClr val="F2694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4116629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044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Support-local momentum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251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actively want to spend with independents; MLSB makes that easy.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local, all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87752" cy="2514600"/>
          </a:xfrm>
          <a:prstGeom prst="roundRect">
            <a:avLst>
              <a:gd name="adj" fmla="val 3636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731520" cy="73152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718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3410712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Presence, bookings, payments and lead-gen in a single platform — not a patchwork.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587752" cy="2514600"/>
          </a:xfrm>
          <a:prstGeom prst="roundRect">
            <a:avLst>
              <a:gd name="adj" fmla="val 3636"/>
            </a:avLst>
          </a:prstGeom>
          <a:solidFill>
            <a:srgbClr val="0E3A43"/>
          </a:solidFill>
          <a:ln/>
          <a:effectLst>
            <a:outerShdw sx="100000" sy="100000" kx="0" ky="0" algn="bl" rotWithShape="0" blurRad="88900" dist="38100" dir="5400000">
              <a:srgbClr val="0A2C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2057400"/>
            <a:ext cx="731520" cy="731520"/>
          </a:xfrm>
          <a:prstGeom prst="ellipse">
            <a:avLst/>
          </a:prstGeom>
          <a:solidFill>
            <a:srgbClr val="F2694C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29718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Hyper-local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66744" y="3410712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real neighbourhood demand and the way small businesses actually trade.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587752" cy="2514600"/>
          </a:xfrm>
          <a:prstGeom prst="roundRect">
            <a:avLst>
              <a:gd name="adj" fmla="val 3636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2057400"/>
            <a:ext cx="731520" cy="73152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28816" y="2971800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you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28816" y="3410712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free, upgrade when ready. The platform scales as the business does.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32104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931920"/>
            <a:ext cx="3291840" cy="3291840"/>
          </a:xfrm>
          <a:prstGeom prst="ellipse">
            <a:avLst/>
          </a:prstGeom>
          <a:solidFill>
            <a:srgbClr val="0A2C33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12A594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us build </a:t>
            </a:r>
            <a:pPr indent="0" marL="0">
              <a:buNone/>
            </a:pPr>
            <a:r>
              <a:rPr lang="en-US" sz="3400" b="1" dirty="0">
                <a:solidFill>
                  <a:srgbClr val="12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beyond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seeking grant funding, mentorship and early partners to accelerate the paid tier — bookings, newsletters and payments — and grow our base of local businesses.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0A2C33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2944368"/>
            <a:ext cx="502920" cy="50292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84" y="3080156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08176" y="2926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build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08176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C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Stage 2 features faster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82696" y="2743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0A2C33"/>
          </a:solidFill>
          <a:ln/>
        </p:spPr>
      </p:sp>
      <p:sp>
        <p:nvSpPr>
          <p:cNvPr id="13" name="Shape 10"/>
          <p:cNvSpPr/>
          <p:nvPr/>
        </p:nvSpPr>
        <p:spPr>
          <a:xfrm>
            <a:off x="3483864" y="2944368"/>
            <a:ext cx="502920" cy="50292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652" y="3080156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23944" y="2926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23944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C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to scale the right way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98464" y="2743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0A2C33"/>
          </a:solidFill>
          <a:ln/>
        </p:spPr>
      </p:sp>
      <p:sp>
        <p:nvSpPr>
          <p:cNvPr id="18" name="Shape 14"/>
          <p:cNvSpPr/>
          <p:nvPr/>
        </p:nvSpPr>
        <p:spPr>
          <a:xfrm>
            <a:off x="6199632" y="2944368"/>
            <a:ext cx="502920" cy="502920"/>
          </a:xfrm>
          <a:prstGeom prst="ellipse">
            <a:avLst/>
          </a:prstGeom>
          <a:solidFill>
            <a:srgbClr val="12A59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420" y="3080156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9712" y="2926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partners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39712" y="3246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C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our local business base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66928" y="4251960"/>
            <a:ext cx="3840480" cy="566928"/>
          </a:xfrm>
          <a:prstGeom prst="roundRect">
            <a:avLst/>
          </a:prstGeom>
          <a:solidFill>
            <a:srgbClr val="12A594"/>
          </a:solidFill>
          <a:ln/>
        </p:spPr>
      </p:sp>
      <p:sp>
        <p:nvSpPr>
          <p:cNvPr id="23" name="Text 18"/>
          <p:cNvSpPr/>
          <p:nvPr/>
        </p:nvSpPr>
        <p:spPr>
          <a:xfrm>
            <a:off x="566928" y="42519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 </a:t>
            </a:r>
            <a:pPr algn="ctr" indent="0" marL="0">
              <a:buNone/>
            </a:pPr>
            <a:r>
              <a:rPr lang="en-US" sz="1600" b="1" dirty="0">
                <a:solidFill>
                  <a:srgbClr val="0E3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mlsb.uk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572000" y="42519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platform local business runs 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Local Small Business — Pitch Deck</dc:title>
  <dc:subject>PptxGenJS Presentation</dc:subject>
  <dc:creator>My Local Small Business</dc:creator>
  <cp:lastModifiedBy>My Local Small Business</cp:lastModifiedBy>
  <cp:revision>1</cp:revision>
  <dcterms:created xsi:type="dcterms:W3CDTF">2026-07-01T09:23:12Z</dcterms:created>
  <dcterms:modified xsi:type="dcterms:W3CDTF">2026-07-01T09:23:12Z</dcterms:modified>
</cp:coreProperties>
</file>