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4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8384" y="1051560"/>
            <a:ext cx="1463040" cy="146304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358384" y="1051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LOCAL SMALL BUSINESS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putting UK small businesses online.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/ Seed round   ·  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financial figures in this deck are illustrative placeholders, shown in blue.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of UK businesses are invisible online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~5.7m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private-sector businesses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4173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554480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07992" y="246888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have no website at 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1554480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84464" y="246888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micro-businesses have a website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aren't unwilling — the barrier is cost, complexity and time: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sites cost hundreds to thousands, plus hosting and upkeep.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25112" y="393192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4160520"/>
            <a:ext cx="457200" cy="45720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23" name="Text 21"/>
          <p:cNvSpPr/>
          <p:nvPr/>
        </p:nvSpPr>
        <p:spPr>
          <a:xfrm>
            <a:off x="4599432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99432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9432" y="5074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builders demand design, setup and constant maintenance.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01584" y="393192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4160520"/>
            <a:ext cx="457200" cy="45720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28" name="Text 26"/>
          <p:cNvSpPr/>
          <p:nvPr/>
        </p:nvSpPr>
        <p:spPr>
          <a:xfrm>
            <a:off x="8375904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75904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reach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75904" y="5074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page they don't own won't surface them in local search.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MLSB: online and findable, with zero effort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 short form and your mini-site is live instantly — built on the spot from a central system. No building, hosting or maintenance.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3664" y="2468880"/>
            <a:ext cx="822960" cy="82296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9" name="Text 7"/>
          <p:cNvSpPr/>
          <p:nvPr/>
        </p:nvSpPr>
        <p:spPr>
          <a:xfrm>
            <a:off x="1883664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mini-site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2862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tidy, mobile-friendly page at mlsb.uk/yourname — description, gallery, price list, team and contact form.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5112" y="214884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0136" y="2468880"/>
            <a:ext cx="822960" cy="82296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4" name="Text 12"/>
          <p:cNvSpPr/>
          <p:nvPr/>
        </p:nvSpPr>
        <p:spPr>
          <a:xfrm>
            <a:off x="5660136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53712" y="34290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directory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45152" y="3886200"/>
            <a:ext cx="2862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homepage where local customers find you by trade and area, from one town to UK-wide.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214884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36608" y="2468880"/>
            <a:ext cx="822960" cy="82296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9" name="Text 17"/>
          <p:cNvSpPr/>
          <p:nvPr/>
        </p:nvSpPr>
        <p:spPr>
          <a:xfrm>
            <a:off x="9436608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▥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30184" y="34290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21624" y="3886200"/>
            <a:ext cx="2862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control centre to edit content, switch templates and watch visitor counts.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the moment you register  ·  free to start  ·  switch templates without losing anything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built, operational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0992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219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mini-sites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280720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a custom slug the moment you register.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55848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7016" y="170992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7016" y="22219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directory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7016" y="280720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keyword, category and area — town to UK-wide.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170992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4224" y="22219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blocks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64224" y="280720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Gallery, price list, menu, team, contact form — on/off.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70264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71432" y="170992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71432" y="22219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colours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71432" y="280720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designs, named palettes, non-destructive.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04164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455371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enquiry routing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513892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each enquiry to the right inbox or person.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55848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57016" y="404164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33" name="Text 31"/>
          <p:cNvSpPr/>
          <p:nvPr/>
        </p:nvSpPr>
        <p:spPr>
          <a:xfrm>
            <a:off x="3557016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57016" y="455371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Sole-trader voice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57016" y="513892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switches “us” to “me”.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63056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4224" y="404164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38" name="Text 36"/>
          <p:cNvSpPr/>
          <p:nvPr/>
        </p:nvSpPr>
        <p:spPr>
          <a:xfrm>
            <a:off x="6364224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4224" y="455371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analytics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64224" y="513892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&amp; monthly counts with a trend.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970264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71432" y="4041648"/>
            <a:ext cx="411480" cy="411480"/>
          </a:xfrm>
          <a:prstGeom prst="ellipse">
            <a:avLst/>
          </a:prstGeom>
          <a:solidFill>
            <a:srgbClr val="E8F2FD"/>
          </a:solidFill>
          <a:ln/>
        </p:spPr>
      </p:sp>
      <p:sp>
        <p:nvSpPr>
          <p:cNvPr id="43" name="Text 41"/>
          <p:cNvSpPr/>
          <p:nvPr/>
        </p:nvSpPr>
        <p:spPr>
          <a:xfrm>
            <a:off x="9171432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71432" y="455371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 in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71432" y="513892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terms on every plan, optional map.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search online first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22860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“Near me” local search is the default way people find a trade or shop — absence means being skipped.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53912" y="15087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1828800"/>
            <a:ext cx="640080" cy="64008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251192" y="1783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are still offline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51192" y="22860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gap that is closing slowly, leaving a long runway.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4069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pressure favours free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45720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are cutting spend; a free, no-maintenance presence is an easy yes.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53912" y="37947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4114800"/>
            <a:ext cx="640080" cy="64008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51192" y="4069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is finally cheap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251192" y="45720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On-the-fly rendering and shared infrastructure serve many businesses at low marginal cost.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underserved market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27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~5.7m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862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UK private-sector businesses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155448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CFE4FB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78308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62272" y="2331720"/>
            <a:ext cx="3227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~3m+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45152" y="3337560"/>
            <a:ext cx="2862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&amp; sole traders with no website (~62% of micro)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FCE9C8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01584" y="178308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38744" y="2331720"/>
            <a:ext cx="3227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[PLACEHOLDER]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21624" y="3337560"/>
            <a:ext cx="2862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in early years via target regions &amp; trades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uses published 2025 UK business-population and website-adoption statistics; SOM is an illustrative placeholder to set from your go-to-market plan.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business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£0, always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mini-site at your slug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 blocks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 &amp; search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colour schemes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CFE4FB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6832" y="128016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1E6FD9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12801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99432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9432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30 days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274320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premium access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templates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pages &amp; customisation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 to Free after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75904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£/mo]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75904" y="274320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Trial, kept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capability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templates &amp; pages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Policy-page customisation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placement (planned)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MLSB wins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690872"/>
                <a:gridCol w="36576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for a small business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MLSB advantage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A9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4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agencies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 and slow; ongoing maintenance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6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instant, self-managed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4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builders (Wix, Squarespace)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skill and monthly cost; no local directory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6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Zero-build page plus built-in 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4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Business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listing, not a controllable website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6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mini-site you own and arrange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4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directories (Yell)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 only; dated experience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6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mini-site + directory in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wedge: the only option combining a genuine, owned mini-site with local directory discovery — free to start, built for UK small businesses.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&amp; status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live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304288"/>
            <a:ext cx="292608" cy="29260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Mini-site engine, directory &amp; owner dashboard working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2871216"/>
            <a:ext cx="292608" cy="29260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852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colour schemes &amp; sole-trader voice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3438144"/>
            <a:ext cx="292608" cy="29260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4198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enquiry routing; visitor analytics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4005072"/>
            <a:ext cx="292608" cy="29260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050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986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back-office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8680" y="4572000"/>
            <a:ext cx="292608" cy="29260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553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 live at mylocalsmallbusiness.uk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8680" y="5138928"/>
            <a:ext cx="292608" cy="29260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120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terms on every plan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63640" y="1508760"/>
            <a:ext cx="53766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metrics — to populate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37960" y="2331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registered businesses]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3200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weekly sign-ups]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37960" y="40690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directory searches / mo]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7960" y="4937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trial → paid conversion]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4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</a:t>
            </a:r>
            <a:pPr indent="0" marL="0">
              <a:buNone/>
            </a:pPr>
            <a:r>
              <a:rPr lang="en-US" sz="18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£___ ]</a:t>
            </a:r>
            <a:pPr indent="0" marL="0">
              <a:buNone/>
            </a:pPr>
            <a:r>
              <a:rPr lang="en-US" sz="18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turn a built platform into a growing user base.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A3C72"/>
          </a:solidFill>
          <a:ln w="12700">
            <a:solidFill>
              <a:srgbClr val="2C54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Pre-seed / Seed]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210312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A3C72"/>
          </a:solidFill>
          <a:ln w="12700">
            <a:solidFill>
              <a:srgbClr val="2C54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__ months]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1584" y="210312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A3C72"/>
          </a:solidFill>
          <a:ln w="12700">
            <a:solidFill>
              <a:srgbClr val="2C54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price point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0184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£__/month]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A3C72"/>
          </a:solidFill>
          <a:ln w="12700">
            <a:solidFill>
              <a:srgbClr val="2C54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Yr-1 businesses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___ ]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5112" y="384048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A3C72"/>
          </a:solidFill>
          <a:ln w="12700">
            <a:solidFill>
              <a:srgbClr val="2C54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53712" y="4389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__% 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1584" y="384048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1A3C72"/>
          </a:solidFill>
          <a:ln w="12700">
            <a:solidFill>
              <a:srgbClr val="2C54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0184" y="4389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mktg / product / ops / team]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illustrative placeholders — replace with your model before sharing.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0" y="4114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02152" cy="640080"/>
          </a:xfrm>
          <a:prstGeom prst="roundRect">
            <a:avLst>
              <a:gd name="adj" fmla="val 14286"/>
            </a:avLst>
          </a:prstGeom>
          <a:solidFill>
            <a:srgbClr val="1E6F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2953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registrations in target regions and trades; convert trials to paid.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502152" cy="640080"/>
          </a:xfrm>
          <a:prstGeom prst="roundRect">
            <a:avLst>
              <a:gd name="adj" fmla="val 14286"/>
            </a:avLst>
          </a:prstGeom>
          <a:solidFill>
            <a:srgbClr val="3E86E0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182880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25112" y="269748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926080"/>
            <a:ext cx="2953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directory placements, customer reviews, QR codes for offline marketing.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02152" cy="640080"/>
          </a:xfrm>
          <a:prstGeom prst="roundRect">
            <a:avLst>
              <a:gd name="adj" fmla="val 14286"/>
            </a:avLst>
          </a:prstGeom>
          <a:solidFill>
            <a:srgbClr val="7FB0EC"/>
          </a:solidFill>
          <a:ln/>
        </p:spPr>
      </p:sp>
      <p:sp>
        <p:nvSpPr>
          <p:cNvPr id="15" name="Text 13"/>
          <p:cNvSpPr/>
          <p:nvPr/>
        </p:nvSpPr>
        <p:spPr>
          <a:xfrm>
            <a:off x="8101584" y="182880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01584" y="269748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E8F2FD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926080"/>
            <a:ext cx="2953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booking, custom-domain mapping, public API, multi-language support.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4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4" y="1371600"/>
            <a:ext cx="1280160" cy="128016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" name="Text 1"/>
          <p:cNvSpPr/>
          <p:nvPr/>
        </p:nvSpPr>
        <p:spPr>
          <a:xfrm>
            <a:off x="5449824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built product. A large, underserved market.</a:t>
            </a:r>
            <a:endParaRPr lang="en-US" sz="2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free, viral-friendly way in.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F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MLSB makes being online effortless for the millions of UK businesses that still aren't.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  ·   whitedream31@gmail.com   ·   mlsb.uk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2026-06-27T07:55:41Z</dcterms:created>
  <dcterms:modified xsi:type="dcterms:W3CDTF">2026-06-27T07:55:41Z</dcterms:modified>
</cp:coreProperties>
</file>